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03A00"/>
                </a:solidFill>
              </a:rPr>
              <a:t>Track3 Overview | FoundryIQ Operational Agent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E230C"/>
                </a:solidFill>
              </a:rPr>
              <a:t>Track3 verifies routed, evidence-grounded responses under normal and failure conditions with explicit fallback policies.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FFF0E1"/>
          </a:solidFill>
          <a:ln>
            <a:solidFill>
              <a:srgbClr val="C2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803A00"/>
                </a:solidFill>
              </a:rPr>
              <a:t>Architecture Flow</a:t>
            </a:r>
          </a:p>
          <a:p>
            <a:pPr/>
            <a:r>
              <a:rPr sz="1300">
                <a:solidFill>
                  <a:srgbClr val="3E230C"/>
                </a:solidFill>
              </a:rPr>
              <a:t>Question -&gt; FoundryIQ Orchestrator -&gt; FabricIQ Tool -&gt; WorkIQ Tool -&gt; Merge Response -&gt; Quality Gate -&gt; Ops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FF0E1"/>
          </a:solidFill>
          <a:ln>
            <a:solidFill>
              <a:srgbClr val="C2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803A00"/>
                </a:solidFill>
              </a:rPr>
              <a:t>Policy Matrix</a:t>
            </a:r>
          </a:p>
          <a:p>
            <a:r>
              <a:rPr sz="1100">
                <a:solidFill>
                  <a:srgbClr val="3E230C"/>
                </a:solidFill>
              </a:rPr>
              <a:t>- Normal: Tool A/B merged response (PASS)</a:t>
            </a:r>
          </a:p>
          <a:p>
            <a:r>
              <a:rPr sz="1100">
                <a:solidFill>
                  <a:srgbClr val="3E230C"/>
                </a:solidFill>
              </a:rPr>
              <a:t>- Tool A fail: evidence-only limited response (PARTIAL)</a:t>
            </a:r>
          </a:p>
          <a:p>
            <a:r>
              <a:rPr sz="1100">
                <a:solidFill>
                  <a:srgbClr val="3E230C"/>
                </a:solidFill>
              </a:rPr>
              <a:t>- Tool B fail: metric-only limited response (PARTIAL)</a:t>
            </a:r>
          </a:p>
          <a:p>
            <a:r>
              <a:rPr sz="1100">
                <a:solidFill>
                  <a:srgbClr val="3E230C"/>
                </a:solidFill>
              </a:rPr>
              <a:t>- Both fail: block output with recovery guidance (BLOCKED)</a:t>
            </a:r>
          </a:p>
          <a:p>
            <a:r>
              <a:rPr sz="1100">
                <a:solidFill>
                  <a:srgbClr val="3E230C"/>
                </a:solidFill>
              </a:rPr>
              <a:t>- Transient errors: initial call + 5s/10s/20s retries (max 4 attempts)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743200"/>
            <a:ext cx="5486400" cy="2194560"/>
          </a:xfrm>
          <a:prstGeom prst="rect">
            <a:avLst/>
          </a:prstGeom>
          <a:solidFill>
            <a:srgbClr val="FFF0E1"/>
          </a:solidFill>
          <a:ln>
            <a:solidFill>
              <a:srgbClr val="C2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803A00"/>
                </a:solidFill>
              </a:rPr>
              <a:t>Implementation Points</a:t>
            </a:r>
          </a:p>
          <a:p>
            <a:r>
              <a:rPr sz="1100">
                <a:solidFill>
                  <a:srgbClr val="3E230C"/>
                </a:solidFill>
              </a:rPr>
              <a:t>- Simulation/live dual-mode execution</a:t>
            </a:r>
          </a:p>
          <a:p>
            <a:r>
              <a:rPr sz="1100">
                <a:solidFill>
                  <a:srgbClr val="3E230C"/>
                </a:solidFill>
              </a:rPr>
              <a:t>- Adapter contract-based tool invocation</a:t>
            </a:r>
          </a:p>
          <a:p>
            <a:r>
              <a:rPr sz="1100">
                <a:solidFill>
                  <a:srgbClr val="3E230C"/>
                </a:solidFill>
              </a:rPr>
              <a:t>- Pass/partial/blocked response grading</a:t>
            </a:r>
          </a:p>
          <a:p>
            <a:r>
              <a:rPr sz="1100">
                <a:solidFill>
                  <a:srgbClr val="3E230C"/>
                </a:solidFill>
              </a:rPr>
              <a:t>- Run context and retry audit trace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5120640"/>
            <a:ext cx="5486400" cy="1005840"/>
          </a:xfrm>
          <a:prstGeom prst="rect">
            <a:avLst/>
          </a:prstGeom>
          <a:solidFill>
            <a:srgbClr val="FFE6CC"/>
          </a:solidFill>
          <a:ln>
            <a:solidFill>
              <a:srgbClr val="C2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803A00"/>
                </a:solidFill>
              </a:rPr>
              <a:t>Executive Conclusion</a:t>
            </a:r>
          </a:p>
          <a:p>
            <a:r>
              <a:rPr sz="1100">
                <a:solidFill>
                  <a:srgbClr val="3E230C"/>
                </a:solidFill>
              </a:rPr>
              <a:t>Track3 outcome is not a flashy demo; it is a testable and resilient operational agent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