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F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E5C2B"/>
                </a:solidFill>
              </a:rPr>
              <a:t>Track2 Overview | WorkIQ Quality Gate and Deployment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63424"/>
                </a:solidFill>
              </a:rPr>
              <a:t>Track2 validates business-evidence data quality and reproducible M365 deployment for WorkIQ retrieval in Track3.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EAF8EC"/>
          </a:solidFill>
          <a:ln>
            <a:solidFill>
              <a:srgbClr val="14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E5C2B"/>
                </a:solidFill>
              </a:rPr>
              <a:t>Architecture Flow</a:t>
            </a:r>
          </a:p>
          <a:p>
            <a:pPr/>
            <a:r>
              <a:rPr sz="1300">
                <a:solidFill>
                  <a:srgbClr val="163424"/>
                </a:solidFill>
              </a:rPr>
              <a:t>Track1 Handover -&gt; Sample Generation -&gt; M365 Deployment -&gt; 8-Item Quality Gate -&gt; Scoring -&gt; Manifest -&gt; Track3 Input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EAF8EC"/>
          </a:solidFill>
          <a:ln>
            <a:solidFill>
              <a:srgbClr val="14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E5C2B"/>
                </a:solidFill>
              </a:rPr>
              <a:t>Policy Matrix</a:t>
            </a:r>
          </a:p>
          <a:p>
            <a:r>
              <a:rPr sz="1100">
                <a:solidFill>
                  <a:srgbClr val="163424"/>
                </a:solidFill>
              </a:rPr>
              <a:t>- Normal: generation/deployment/manifest complete (PASS)</a:t>
            </a:r>
          </a:p>
          <a:p>
            <a:r>
              <a:rPr sz="1100">
                <a:solidFill>
                  <a:srgbClr val="163424"/>
                </a:solidFill>
              </a:rPr>
              <a:t>- Partial channel failure: retry with channel status tracking (PARTIAL)</a:t>
            </a:r>
          </a:p>
          <a:p>
            <a:r>
              <a:rPr sz="1100">
                <a:solidFill>
                  <a:srgbClr val="163424"/>
                </a:solidFill>
              </a:rPr>
              <a:t>- Score &lt; 75: regenerate and re-validate failed items (PARTIAL)</a:t>
            </a:r>
          </a:p>
          <a:p>
            <a:r>
              <a:rPr sz="1100">
                <a:solidFill>
                  <a:srgbClr val="163424"/>
                </a:solidFill>
              </a:rPr>
              <a:t>- ACL failure or manifest mismatch: handover blocked (BLOCKED)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743200"/>
            <a:ext cx="5486400" cy="2194560"/>
          </a:xfrm>
          <a:prstGeom prst="rect">
            <a:avLst/>
          </a:prstGeom>
          <a:solidFill>
            <a:srgbClr val="EAF8EC"/>
          </a:solidFill>
          <a:ln>
            <a:solidFill>
              <a:srgbClr val="14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E5C2B"/>
                </a:solidFill>
              </a:rPr>
              <a:t>Implementation Points</a:t>
            </a:r>
          </a:p>
          <a:p>
            <a:r>
              <a:rPr sz="1100">
                <a:solidFill>
                  <a:srgbClr val="163424"/>
                </a:solidFill>
              </a:rPr>
              <a:t>- Seed+Extended distribution consistency controls</a:t>
            </a:r>
          </a:p>
          <a:p>
            <a:r>
              <a:rPr sz="1100">
                <a:solidFill>
                  <a:srgbClr val="163424"/>
                </a:solidFill>
              </a:rPr>
              <a:t>- One-click generate/execute deployment path</a:t>
            </a:r>
          </a:p>
          <a:p>
            <a:r>
              <a:rPr sz="1100">
                <a:solidFill>
                  <a:srgbClr val="163424"/>
                </a:solidFill>
              </a:rPr>
              <a:t>- 8-item gate with 6-pass minimum rule</a:t>
            </a:r>
          </a:p>
          <a:p>
            <a:r>
              <a:rPr sz="1100">
                <a:solidFill>
                  <a:srgbClr val="163424"/>
                </a:solidFill>
              </a:rPr>
              <a:t>- Manifest-based evidence traceability for Track3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5120640"/>
            <a:ext cx="5486400" cy="1005840"/>
          </a:xfrm>
          <a:prstGeom prst="rect">
            <a:avLst/>
          </a:prstGeom>
          <a:solidFill>
            <a:srgbClr val="D9F2DF"/>
          </a:solidFill>
          <a:ln>
            <a:solidFill>
              <a:srgbClr val="14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E5C2B"/>
                </a:solidFill>
              </a:rPr>
              <a:t>Executive Conclusion</a:t>
            </a:r>
          </a:p>
          <a:p>
            <a:r>
              <a:rPr sz="1100">
                <a:solidFill>
                  <a:srgbClr val="163424"/>
                </a:solidFill>
              </a:rPr>
              <a:t>Track2 outcome is not sample volume; it is policy-compliant WorkIQ evidence readiness with reproducibility.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