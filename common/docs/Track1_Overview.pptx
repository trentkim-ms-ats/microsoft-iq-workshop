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3366"/>
                </a:solidFill>
              </a:rPr>
              <a:t>Track1 Overview | FabricIQ Foundation with Ontology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7253A"/>
                </a:solidFill>
              </a:rPr>
              <a:t>Track1 establishes trusted structured data and ontology paths required for Track2 quality gates and Track3 grounded responses.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solidFill>
            <a:srgbClr val="EBF4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1200">
                <a:solidFill>
                  <a:srgbClr val="003366"/>
                </a:solidFill>
              </a:rPr>
              <a:t>Architecture Flow</a:t>
            </a:r>
          </a:p>
          <a:p>
            <a:pPr/>
            <a:r>
              <a:rPr sz="1300">
                <a:solidFill>
                  <a:srgbClr val="17253A"/>
                </a:solidFill>
              </a:rPr>
              <a:t>Source Data -&gt; Profiling -&gt; Standardization -&gt; Ontology Modeling -&gt; Mapping -&gt; Validation -&gt; Handover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5486400" cy="3383280"/>
          </a:xfrm>
          <a:prstGeom prst="rect">
            <a:avLst/>
          </a:prstGeom>
          <a:solidFill>
            <a:srgbClr val="EBF4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1200">
                <a:solidFill>
                  <a:srgbClr val="003366"/>
                </a:solidFill>
              </a:rPr>
              <a:t>Policy Matrix</a:t>
            </a:r>
          </a:p>
          <a:p>
            <a:r>
              <a:rPr sz="1100">
                <a:solidFill>
                  <a:srgbClr val="17253A"/>
                </a:solidFill>
              </a:rPr>
              <a:t>- Normal: standardized schema + ontology mapping completed (READY)</a:t>
            </a:r>
          </a:p>
          <a:p>
            <a:r>
              <a:rPr sz="1100">
                <a:solidFill>
                  <a:srgbClr val="17253A"/>
                </a:solidFill>
              </a:rPr>
              <a:t>- Schema mismatch: transform rules applied (PARTIAL)</a:t>
            </a:r>
          </a:p>
          <a:p>
            <a:r>
              <a:rPr sz="1100">
                <a:solidFill>
                  <a:srgbClr val="17253A"/>
                </a:solidFill>
              </a:rPr>
              <a:t>- Reference integrity failure: error rows isolated (PARTIAL)</a:t>
            </a:r>
          </a:p>
          <a:p>
            <a:r>
              <a:rPr sz="1100">
                <a:solidFill>
                  <a:srgbClr val="17253A"/>
                </a:solidFill>
              </a:rPr>
              <a:t>- Critical key duplication: pipeline blocked for correction (BLOCKED)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2743200"/>
            <a:ext cx="5486400" cy="2194560"/>
          </a:xfrm>
          <a:prstGeom prst="rect">
            <a:avLst/>
          </a:prstGeom>
          <a:solidFill>
            <a:srgbClr val="EBF4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1200">
                <a:solidFill>
                  <a:srgbClr val="003366"/>
                </a:solidFill>
              </a:rPr>
              <a:t>Implementation Points</a:t>
            </a:r>
          </a:p>
          <a:p>
            <a:r>
              <a:rPr sz="1100">
                <a:solidFill>
                  <a:srgbClr val="17253A"/>
                </a:solidFill>
              </a:rPr>
              <a:t>- Reusable SQL profiling templates</a:t>
            </a:r>
          </a:p>
          <a:p>
            <a:r>
              <a:rPr sz="1100">
                <a:solidFill>
                  <a:srgbClr val="17253A"/>
                </a:solidFill>
              </a:rPr>
              <a:t>- Fixed key/type/code standards</a:t>
            </a:r>
          </a:p>
          <a:p>
            <a:r>
              <a:rPr sz="1100">
                <a:solidFill>
                  <a:srgbClr val="17253A"/>
                </a:solidFill>
              </a:rPr>
              <a:t>- Entity/Relation cardinality controls</a:t>
            </a:r>
          </a:p>
          <a:p>
            <a:r>
              <a:rPr sz="1100">
                <a:solidFill>
                  <a:srgbClr val="17253A"/>
                </a:solidFill>
              </a:rPr>
              <a:t>- Source-to-ontology lineage mapping artifacts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5120640"/>
            <a:ext cx="5486400" cy="1005840"/>
          </a:xfrm>
          <a:prstGeom prst="rect">
            <a:avLst/>
          </a:prstGeom>
          <a:solidFill>
            <a:srgbClr val="DCEC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1200">
                <a:solidFill>
                  <a:srgbClr val="003366"/>
                </a:solidFill>
              </a:rPr>
              <a:t>Executive Conclusion</a:t>
            </a:r>
          </a:p>
          <a:p>
            <a:r>
              <a:rPr sz="1100">
                <a:solidFill>
                  <a:srgbClr val="17253A"/>
                </a:solidFill>
              </a:rPr>
              <a:t>Track1 outcome is not raw data cleanup; it is a reliable FabricIQ-ready semantic foundation.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